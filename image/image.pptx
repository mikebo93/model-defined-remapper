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3"/>
    <p:restoredTop sz="94743"/>
  </p:normalViewPr>
  <p:slideViewPr>
    <p:cSldViewPr snapToGrid="0">
      <p:cViewPr varScale="1">
        <p:scale>
          <a:sx n="152" d="100"/>
          <a:sy n="152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DBA4-B2F2-4902-A519-4D8B60E90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D765A-6D23-7C37-3047-0C7683CFD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7584-F390-60CF-D708-FE2012D8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60E7-0C0D-FAE9-40F7-3CFCCB33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676F-EF56-631B-34B3-C34F0DD5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9978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8CCF-DCDA-467C-B0FE-E748A6D9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CD86C-2F5A-1E81-352C-05198029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B78EB-0E25-5056-7BA4-7242614D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40DDA-803C-8BA1-F497-BA4F1C31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0798B-1D7E-0EFD-55BA-2C82CB3A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9853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AECB-997E-D7C4-AC56-65C6D425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530CF-1246-34E6-48EF-60F78D94A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CE56E-9CDA-E092-D386-628B4092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B96E-A31B-701F-9B41-5A3CDEE3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76F22-7FD0-F261-9681-8492B56E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8455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05B9-F3E0-E4BF-C2C2-341DA2B8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A74A9-687D-54AE-4FA8-C2739C5FC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92EA7-B3C0-D26D-AF36-AA30A0FB6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3F478-311B-8A14-5474-B4FAE301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C8C02-DC95-E9F8-3C5F-2B350CD4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0B418-7EFB-79B7-DA5A-5A62338D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27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5600-FF12-E37B-5301-AA3ABE59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300B6-C394-3CE3-7440-A9E6FED6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39FBF-1436-F9D0-6FD4-65CF1E02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64EEA-25C2-C622-6003-2E5FCDF72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261B9-3ED7-DD30-41BA-DF774D8AD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37EDD-3DF1-7F5B-09E7-E86A2A73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29C57-5FD3-7BFC-24A1-939719DD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E3270-18EB-1C0C-FB1D-95DED78E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9670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F99A-FFAE-3A57-70D4-C7248F40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5C768-8B87-DF9A-2723-288C6654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FA2AF-BA4E-F673-EA32-371798B40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F2A-14B9-5FB5-887C-1BE44D93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91500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15107-0B05-4BEC-5CD4-7FBDFBA0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FB543-F600-5DA2-BE95-E76362A8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82499-2CA5-6A4B-CBE2-ACDBFCB4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3021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F304-1175-AD6E-4771-FFF2E21D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F4B18-854B-C62D-01A7-F011C8649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6D66C-3483-066D-6101-09685EF73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53B8C-E1DD-4656-484D-027EFAA4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9F863-7E6D-474C-7239-C53ABAC8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637B7-5418-B5C9-503D-288978ED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5212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5EEA-2634-0C3F-1D59-9C9C6966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3C057-8B02-012A-14EF-02715596A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537B4-16C8-C704-3670-290479025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208FD-2A8D-E6D8-9A9F-87707C86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7C8A6-65A8-DD63-2026-5A5C74A2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DBD7E-16F4-D39E-2405-99C358E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3983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7306-ECD7-6BD6-9A39-65C63000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40D17-4F86-5C5E-78D9-734546003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FEAED-7D61-7DC6-E2A8-15F24D87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7F4D-7639-C9B3-9EA6-B30E4839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850E-895F-53A3-4EB7-81DD9314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866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8130F-0C1F-B03B-EF00-252D40AB5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2BF15-AE40-F84D-40C0-87D31B736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81C59-F578-C9C4-3C0E-8EA14D23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3E26E-C0CB-5688-79E6-47EC489F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6B727-86C8-22F4-9131-86DA5B5B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183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C386C-5A2F-EDA3-41B1-BFFA73E15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2E0B8-ED01-07E7-B6D8-FA15D7FE4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5BE6C-24CA-A2A6-64DE-85383DA2D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51183-C352-6945-B7F6-413477D28A5C}" type="datetimeFigureOut">
              <a:rPr lang="en-TW" smtClean="0"/>
              <a:t>2026/3/25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13369-B9FA-35C4-13DA-A85D3766A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D15D5-6D74-F592-5FB6-6EAF1EECC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212AE-6D9B-9E4E-8AAA-79574590790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3343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"/>
            <a:ext cx="1219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Wafer Yield vs. Die Size</a:t>
            </a:r>
          </a:p>
        </p:txBody>
      </p:sp>
      <p:sp>
        <p:nvSpPr>
          <p:cNvPr id="3" name="Oval 2"/>
          <p:cNvSpPr/>
          <p:nvPr/>
        </p:nvSpPr>
        <p:spPr>
          <a:xfrm>
            <a:off x="899160" y="960120"/>
            <a:ext cx="4572000" cy="4572000"/>
          </a:xfrm>
          <a:prstGeom prst="ellipse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2430" y="1643390"/>
            <a:ext cx="1050198" cy="1050198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60060" y="1643390"/>
            <a:ext cx="1050198" cy="1050198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37690" y="1643390"/>
            <a:ext cx="1050198" cy="1050198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82430" y="2721020"/>
            <a:ext cx="1050198" cy="1050198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60060" y="2721020"/>
            <a:ext cx="1050198" cy="1050198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37690" y="2721020"/>
            <a:ext cx="1050198" cy="1050198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82430" y="3798650"/>
            <a:ext cx="1050198" cy="1050198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60060" y="3798650"/>
            <a:ext cx="1050198" cy="1050198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37690" y="3798650"/>
            <a:ext cx="1050198" cy="1050198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83221" y="3452713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9299" y="4214166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07451" y="1715768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16857" y="4162993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88678" y="3444467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40530" y="3178978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48592" y="3509857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644183" y="2773075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76051" y="2724265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95301" y="3280907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90219" y="1557059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782838" y="4148896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164513" y="4836102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34398" y="3547418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26419" y="2124521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926873" y="1477994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51217" y="2970334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016431" y="2825569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527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4444"/>
                </a:solidFill>
              </a:defRPr>
            </a:pPr>
            <a:r>
              <a:t>Large Dies — 33% Yield (3/9 good)</a:t>
            </a:r>
          </a:p>
        </p:txBody>
      </p:sp>
      <p:sp>
        <p:nvSpPr>
          <p:cNvPr id="32" name="Oval 31"/>
          <p:cNvSpPr/>
          <p:nvPr/>
        </p:nvSpPr>
        <p:spPr>
          <a:xfrm>
            <a:off x="6720840" y="960120"/>
            <a:ext cx="4572000" cy="4572000"/>
          </a:xfrm>
          <a:prstGeom prst="ellipse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4110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27399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50688" y="1643390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73977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97266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20555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43844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67133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990422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313711" y="1643390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404110" y="1966679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27399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50688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373977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97266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20555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343844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667133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90422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313711" y="1966679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404110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727399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050688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73977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697266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020555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343844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667133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990422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313711" y="2289968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404110" y="2613257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727399" y="2613257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50688" y="2613257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73977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697266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020555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343844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667133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90422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313711" y="2613257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404110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727399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050688" y="2936546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373977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697266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020555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343844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667133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990422" y="2936546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313711" y="2936546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404110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727399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050688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373977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697266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020555" y="3259835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343844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667133" y="3259835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990422" y="3259835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313711" y="3259835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404110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727399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50688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373977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697266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020555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343844" y="3583124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667133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990422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313711" y="3583124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404110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727399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050688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373977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697266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20555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343844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667133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9990422" y="3906413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313711" y="3906413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404110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7727399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050688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8373977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697266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9020555" y="4229702"/>
            <a:ext cx="295857" cy="295857"/>
          </a:xfrm>
          <a:prstGeom prst="rect">
            <a:avLst/>
          </a:prstGeom>
          <a:solidFill>
            <a:srgbClr val="F2C4C4"/>
          </a:solidFill>
          <a:ln w="9525">
            <a:solidFill>
              <a:srgbClr val="C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9343844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9667133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9990422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313711" y="4229702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404110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727399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8050688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8373977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8697266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20555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9343844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667133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990422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313711" y="4552991"/>
            <a:ext cx="295857" cy="295857"/>
          </a:xfrm>
          <a:prstGeom prst="rect">
            <a:avLst/>
          </a:prstGeom>
          <a:solidFill>
            <a:srgbClr val="C8E6C8"/>
          </a:solidFill>
          <a:ln w="9525">
            <a:solidFill>
              <a:srgbClr val="5A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504901" y="3452713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9140979" y="4214166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8229131" y="1715768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0538537" y="4162993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0210358" y="3444467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8062210" y="3178978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9070272" y="3509857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7465863" y="2773075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8197731" y="2724265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0716981" y="3280907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411899" y="1557059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9604518" y="4148896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7986193" y="4836102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9456078" y="3547418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7548099" y="2124521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8748553" y="1477994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0372897" y="2970334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7838111" y="2825569"/>
            <a:ext cx="73152" cy="73152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370320" y="5669280"/>
            <a:ext cx="527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4444"/>
                </a:solidFill>
              </a:defRPr>
            </a:pPr>
            <a:r>
              <a:t>Small Dies — 87% Yield (87/100 good)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7200" y="62636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Same defect distribution → larger dies have lower yield; at wafer scale, defect-free fabrication is impossible.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08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Wang</dc:creator>
  <cp:lastModifiedBy>Mike Wang</cp:lastModifiedBy>
  <cp:revision>3</cp:revision>
  <dcterms:created xsi:type="dcterms:W3CDTF">2026-03-24T19:06:10Z</dcterms:created>
  <dcterms:modified xsi:type="dcterms:W3CDTF">2026-03-25T02:22:11Z</dcterms:modified>
</cp:coreProperties>
</file>